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b4a8df8eba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b4a8df8eb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b4a8df8eba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b4a8df8eba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b4a8df8eba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b4a8df8eba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b4a8df8eba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b4a8df8eba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b4a8df8eba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b4a8df8eba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b4a8df8eba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b4a8df8eba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b4a8df8eba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b4a8df8eba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b4a8df8eba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b4a8df8eba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b4a8df8eba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b4a8df8eba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b4a8df8eba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b4a8df8eba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9050" y="748800"/>
            <a:ext cx="3645900" cy="364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992950" y="992700"/>
            <a:ext cx="3158100" cy="31581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oral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관계형 데이터베이스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관계형 데이터 베이스란?</a:t>
            </a:r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정의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1970년대 에드거 F.커드가 제안한 데이터베이스 모델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데이터를 테이블 형태로 저장한 데이터 베이스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용어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열 : 필드라고도 하며, 속성을 나타낸다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행 : 레코드라고도 하며, 각 속성의 데이터를 저장한다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관계형 데이터베이스 설계 및 구축 과정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6515100" cy="253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관계형 데이터베이스 설계 및 구축 과정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1. 사용자 요구 도출/정의</a:t>
            </a:r>
            <a:endParaRPr/>
          </a:p>
          <a:p>
            <a:pPr indent="-342900" lvl="0" marL="9144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사용자의 요구사항을 수집하고 분석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요구사항 명세서를 작성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구체적이고 자세하게 작성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예 :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KH 사이트에서 회원 가입 하려면 아이디, 비밀번호, 이름, 주소를 입력해야 한다.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아이디는 영문숫자로만 구성되어야 하며 8~13자이다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주소는 도로명 주소와 상세 주소로 구분하여 저장한다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관계형 데이터베이스 설계 및 구축 과정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2. 개념 데이터 모델 정의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요구사항 명세서에서 데이터를 구성하는데 필요한 개체, 속성, 개체 간의 관계를 추출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ERD(Entity Relation Diagram)을 작성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관계형 데이터베이스 설계 및 구축 과정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</a:t>
            </a:r>
            <a:r>
              <a:rPr lang="ko"/>
              <a:t>. 논리적 데이터 모델 정의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ERD에서 릴레이션 스키마로 변환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릴레이션 스키마의 테이블 명세서 작성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관계형 데이터베이스 설계 및 구축 과정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4</a:t>
            </a:r>
            <a:r>
              <a:rPr lang="ko"/>
              <a:t>. 물리적 데이터 모델 정의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릴레이션 스키마를 테이블을 생성할 수 있는 SQL로 변환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SQL 작성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ERD 설계하기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3"/>
            <a:ext cx="4560176" cy="3762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논리적 설계하기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개념적 설계에서 생성한 ERD를 논리적 설계로 변경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릴레이션(속성1, 속성2, …)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규칙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모든 개체는 릴레이션으로 변환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N:M 관계는 릴레이션으로 변환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새 릴레이션을 추가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대리키 추가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개체들</a:t>
            </a:r>
            <a:r>
              <a:rPr lang="ko"/>
              <a:t>의 기본키를</a:t>
            </a:r>
            <a:r>
              <a:rPr lang="ko"/>
              <a:t> 외래키로 지정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1:N 관계는 N측 릴레이션에 외래키로 1측 릴레이션의 기본키를 지정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1:1 관계는 아무 릴레이션에 외래키로 상대측 릴레이션의 기본키를 지정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다중 속성 값은 릴레이션으로 변환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논리적 설계하기 - 테이블 명세서</a:t>
            </a:r>
            <a:endParaRPr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1152475"/>
            <a:ext cx="8067675" cy="344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물리적 설계하기</a:t>
            </a:r>
            <a:endParaRPr/>
          </a:p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DB를 선택하고 SQL을 이용하여 테이블을 생성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이후 생성된 테이블에서 데이터를 조작할 수 있다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