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b50f8d28a5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b50f8d28a5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692818375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692818375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692818375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692818375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b954fd0d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b954fd0d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692818375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692818375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b954fd0d68_1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b954fd0d68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050" y="748800"/>
            <a:ext cx="3645900" cy="364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992950" y="992700"/>
            <a:ext cx="3158100" cy="31581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oral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ev.mysql.com/doc/refman/8.0/en/create-event.html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이벤트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스케쥴러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이벤트 스케쥴러</a:t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특정 작업이 정기적으로 실행되도록 예약하는 기능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이벤트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주기적으로 실행되는 작업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스케쥴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이벤트가 실행되는 시간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이벤트 스케쥴러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MySQL 서버에서 이벤트를 관리하고 실행하는 엔진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이벤트 스케쥴러 관련 쿼리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이벤트 스케쥴러 상태 확인(ON : 스케쥴러 사용, OFF : 스케쥴러 사용안함)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SHOW VARIABLES LIKE ‘event%’;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이벤트 스케쥴러 상태 변경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SET GLOBAL event_scheduler = ON;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이벤트 스케쥴러 확인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SELECT * FROM information_schema.EVENTS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이벤트 스케쥴러 생성[</a:t>
            </a:r>
            <a:r>
              <a:rPr lang="ko" u="sng">
                <a:solidFill>
                  <a:schemeClr val="hlink"/>
                </a:solidFill>
                <a:hlinkClick r:id="rId3"/>
              </a:rPr>
              <a:t>참고링크</a:t>
            </a:r>
            <a:r>
              <a:rPr lang="ko"/>
              <a:t>]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CREATE EVENT 이벤트명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ON SCHEDULE EVERY 숫자 단위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[STARTS 시간]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[ON COMPLETION PRESERVE | ON COMPLETION NOT PRESERVE]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[COMMENT ‘설명’]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DO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실행할쿼리;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이벤트 스케쥴러 생성(NOT PRESERVE)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CREATE EVENT 이벤트명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ON SCHEDULE  # 일정시간이 빠짐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AT 시간 # 실행할 시간을 지정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ON COMPLETION NOT PRESERVE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[COMMENT ‘설명’]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DO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실행할쿼리;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이벤트 스케쥴러 생성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단위 : 스케쥴러를 언제 마다 반복할 건지를 나타냄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YEAR | QUARTER | MONTH | DAY | HOUR | MINUTE | WEEK | SECOND | YEAR_MONTH | DAY_HOUR | DAY_MINUTE | DAY_SECOND | HOUR_MINUTE | HOUR_SECOND | MINUTE_SECOND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ON COMPLETION PRESERVE : 이벤트가 성공 후 이벤트를 보존(이벤트가 유지)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ON COMPLETION NOT PRESERVE : 이벤트가 성공 후 이벤트를 삭제함(한번만)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 실행할 쿼리 : 간단한 쿼리나 프로시저를 이용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이벤트 스케쥴러 삭제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/>
              <a:t>DROP EVENT 이벤트명;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