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1338ce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1338ce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51338cee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51338cee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51338ce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51338ce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51338cee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51338ce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타입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정수형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TINYINT :  1바이트, -128~127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SMALLINT : 2바이트, -32768 ~ 32767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MEDIUMINT : 3바이트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INT : 4바이트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BIGINT : 8바이트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실수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고정 소수점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DECIMAL(M, D) : M은 전체 길이, D는 소수 부분의 길이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부동 소수점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FLOAT , DOUBLE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부동 소수점은 오차가 있으므로 사용을 자제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날짜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 : 3바이트, 날짜를 표현, YYYY-MM-DD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DATETIME : 8바이트, 날짜와 시간을 표현, YYYY-MM-DD HH:mm:ss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1000-01-01 00:00:00~9999-12-31 23:59:59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 : 3바이트, 시간을 표현 -838:59:59~838:59:59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YEAR : 1바이트, 연도, 1901~2155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TIMESTAMP : YYYY-MM-DD HH:mm:SS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1970-01-01  00:00:01~2038-01-19 03:14:07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문자형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CHAR(M) : 고정 길이를 가지는 문자열. M : 0~255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VARCHAR(M) : 가변 길이를 가지는 문자열. M: 0~65,535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BLOB : 바이너리 데이터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TEXT : 문자 텍스트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TINYTEXT/TEXT/MEDIUMTEXT/LONGTEXT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최대255/최대65,535/최대 16,777,215/최대 429,496,729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ENUM(값1, 값2, ….) : 지정된 값 중 하나를 저장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