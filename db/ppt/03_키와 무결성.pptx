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671bac5a7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671bac5a7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71bac5a7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71bac5a7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71bac5a7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71bac5a7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71bac5a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71bac5a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671bac5a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671bac5a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71bac5a7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671bac5a7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71bac5a7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671bac5a7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71bac5a7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71bac5a7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71bac5a7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71bac5a7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71bac5a7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671bac5a7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슈퍼키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테이블에서 행을 유일하게 식별할 수 있는 하나의 속성 혹은 속성의 집합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행을 유일하게 식별할 수 있는 값이면 모두가 슈퍼키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슈퍼키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[학번], [학번, 이름], [주민번호], [학번, 주민번호] 등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후보키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행을 유일하게 식별할 수 있는 속성의 최소 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후보키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[학번], [주민번호]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복합키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두 개 이상의 속성으로 이루어진 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기본키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여러 후보 키 중 선정된 대표 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기본키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[학번]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[주민번호]도 가능하나 의미상 학번이 더 적절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대리키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다음과 같은 상황에서 대리키를 이용하여 기본키로 사용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기본키가 보안을 요구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기본키가 여러개의 속성으로 구성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마땅한 기본키가 없는 경우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새로운 속성을 대리키로 지정해서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일반적으로 1,2,3… 와 같은 대리키를 이용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대체키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기본키로 선정되지 않은 후보키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대학생 릴레이션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대학생(학번, 이름, 과, 학년, 주민번호, 주소)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대체키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[이름, 과, 학년, 주소] [주민번호]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외래키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다른 테이블의 기본키를 참조하는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참조 무결성을 지켜야 함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외래키는 다른 테이블의 기본키에 있는 값만 저장 가능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NULL, 중복 가능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외래키가 기본키의 일부가 될 수 있다(식별 관계)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무결성 제약조건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개체 무결성 제약조건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기본키 제약 조건이라고도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기본키는 NULL값을 가질 수 없다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기본키로 검색하면 </a:t>
            </a:r>
            <a:r>
              <a:rPr lang="ko"/>
              <a:t>테이블에서 오직 하나의 </a:t>
            </a:r>
            <a:r>
              <a:rPr lang="ko"/>
              <a:t>행</a:t>
            </a:r>
            <a:r>
              <a:rPr lang="ko"/>
              <a:t>만 존재한다(최대)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참조 무결성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외래키 제약조건이라고도 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외래키는 상대 테이블의 기본키와 타입이 같아야 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상대 테이블의 기본키가 변경되면 외래키도 변경되어야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테이블의 기본키가 다른 테이블에서 참조(외래키로) 되고 있을 때 테이블의 기본키 변경 시 참조 테이블에서 어떻게 할지를 정하는 방법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RESTRICTED : 참조 하고 있는 경우 수정/삭제 거부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CASCADE : 참조하고 있는 경우 수정/삭제 시 동일하게 처리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DEFAULT</a:t>
            </a:r>
            <a:r>
              <a:rPr lang="ko"/>
              <a:t> : 참조하고 있는 경우 수정/삭제 시 기본값으로 처리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NULL : 참조하고 있는 경우 수정/삭제 시 NULL 값으로 처리(NULL 허용인 경우)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