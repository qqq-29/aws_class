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4abe3f89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4abe3f8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abe3f89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4abe3f89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4abe3f89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4abe3f89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4abe3f89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4abe3f89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4abe3f89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4abe3f89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4abe3f89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4abe3f89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4abe3f89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4abe3f89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4abe3f89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4abe3f89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Database 개요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Data와 Database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정보를 나타내는 숫자, 문자, 기호 또는 조합으로 이루어진 원시적인 사실이나 값의 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정보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의사 결정이나 추론에 사용될 수 있는 의미 있는 데이터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Database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체계적으로 구조화된 데이터의 집합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Database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공용 데이터 : 공동으로 사용되는 데이터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통합 데이터 : </a:t>
            </a:r>
            <a:r>
              <a:rPr lang="ko">
                <a:solidFill>
                  <a:srgbClr val="FF0000"/>
                </a:solidFill>
              </a:rPr>
              <a:t>중복 최소화</a:t>
            </a:r>
            <a:r>
              <a:rPr lang="ko"/>
              <a:t>로 중복으로 인한 데이터 불일치 현상 제거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저장 데이터 : 컴퓨터 저장 장치에 저장된 데이터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운영 데이터 : 조직의 업무를 수행하는 데 없어서는 안될 필수적인 데이터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Database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특징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실시간 접근성 : 사용자가 데이터 요청 시 실시간으로 응답이 가능해야 한다.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계속적인 변화 : 새로운 데이터의 삽입, 삭제, 갱신으로 항상 최신 데이터를 유지해야 한다.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동시 공용  : 여러 사용자가 동시에 데이터를 이용할 수 있어야 한다.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내용에 의한 참조 : 데이터베이스에 있는 데이터를 참조할 때 내용으로 데이터를 찾을 수 있어야 한다.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DBMS(Database Management System)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관리(데이터 추출, 조작, 정의, 제어등) 하는 소프트웨어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기능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추출 : 사용자가 조회하는 데이터를 추출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조작 : 프로그램이 요청하는 데이터 삽입, 수정, 삭제 지원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정의 : 데이터 구조를 정의하고, 데이터 구조에 대한 삭제 및 변경 기능 수행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제어 : 데이터베이스 사용자를 생성하고, 접근을 제어하며 백업과 회복, 동시성 제어등의 기능을 지원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DBMS 종류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Access, SQL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Oracle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Oracle, 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MariaDB 재단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MariaDB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오픈소스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SQLite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DBMS 사용 이점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독립화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응용 프로그램과 분리 시켜 상호 영향을 줄일 수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데이터 중복 최소화, 데이터 무결성 보장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중복을 최소화하여 저장공간 낭비를 줄이고 데이터의 무결성을 보장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데이터 보안 향상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프로그램은 DBMS가 허가한 데이터에만 접근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관리 편의성 향상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백업 가능, 장애 발생 시 데이터 복구 가능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시스템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운영체제에서 파일과 디렉토리를 조직화하고 저장하는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특징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파일 단위로 저장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파일간의 관계를 직접적으로 정의하기 어려워 데이터 중복이 발생할 수 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파일 간의 데이터 무결성을 보장하기 어렵다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보안 기능이 상대적으로 떨어진다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파일에 대한 제어가 상대적으로 한정적이다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테이블 형태로 표현하고 테이블 사이의 관계를 도출하는 구조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특징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정규화를 통해 중복을 최소화하고 데이터 일관성을 높인다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SQL을 이용하여 데이터를 관리(검색, 삽입, 삭제, 갱신)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제약 조건과 기본키/외래키를 이용해 데이터 무결성을 보장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다중 사용자 지원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 인증, 접근 권한 제어를 통해 보안을 강화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