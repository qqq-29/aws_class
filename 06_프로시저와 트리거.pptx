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50f8d28a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50f8d28a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8b7404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8b7404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8b74046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8b74046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8b74046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8b74046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8b74046f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b8b74046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8b74046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8b74046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8b74046f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8b74046f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b8b74046f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b8b74046f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b8b74046f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b8b74046f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b8b74046f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b8b74046f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50f8d28a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b50f8d28a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8b74046f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8b74046f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b8b74046f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b8b74046f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8b74046f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b8b74046f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922ea8251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922ea8251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b8b74046f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b8b74046f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b8b74046f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b8b74046f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b8b74046f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b8b74046f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일련의 쿼리를 하나의 함수처럼 실행하기 위한 쿼리의 집합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장점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하나의 요청으로 여러 SQL문을 실행할 수 있다.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처리 시간이 줄어든다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참조 무결성 유지가 가능하게 한다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보수성이 뛰어나다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단점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재사용성이 나쁘다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업무 사양 변경 시 프로시저의 정의를 변경할 필요가 있다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 관련 쿼리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 목록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SHOW PROCEDURE STATUS;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프로시저 스크립트 확인 방법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SHOW CREATE PROCEDURE 프로시저명;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 정의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65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DROP PROCEDURE IF EXISTS 프로시저명;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DELIMITER // # // 대신 다른 문자로 해도 되지만, 연산자로 인식되지 않은 기호로.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 </a:t>
            </a:r>
            <a:r>
              <a:rPr lang="ko"/>
              <a:t>PROCEDURE </a:t>
            </a:r>
            <a:r>
              <a:rPr lang="ko"/>
              <a:t>프로시저명([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IN|OUT 매개변수명,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])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BEGIN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프로시저 구현;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END //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DELIMITER 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 정의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DELIMITER : 문장의 마지막 기호를 지정하는 키워드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 : 매개변수로 넘겨주는 값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OUT : 리턴값을 저장할 변수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DECLARE : 변수 선언 시 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SET : 변수 값을 변경 시 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 - 조건문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IF 조건식 THEN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ELSEIF 조건식 THEN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ELSE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END IF;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 - 조건문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CASE 변수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WHEN 값 THEN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	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WHEN 값 THEN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	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ELSE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	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END CASE;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 - 조건문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CASE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WHEN 조건식1 THEN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	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WHEN 조건식2 THEN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	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ELSE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	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END CASE;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 - 반복문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WHILE 조건식 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END WHILE;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REPEAT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UNTIL 조건식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END REPEAT;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 - 반복문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DECLARE _CURSOR CURSOR FOR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SELECT 속성들 FROM 테이블명;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DECLARE CONTINUE HANDLER FOR NOT FOUND SET _DONE = TRUE;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OPEN _CUROSR;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루프명 : LOOP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FETCH _CURSOR INTO 변수명1, 변수명2, 변수명3;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 _DONE THEN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LEAVE 루프명;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END IF;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//실행문;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END LOOP;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CLOSE _CURSOR;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프로시저 호출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CALL 프로시저명(매개변수들);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트리거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트리거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테이블에 대한 이벤트[insert, update, delete]에 반응해 자동으로 실행되는 작업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데이터 무결성을 지킬 수 있다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트리거 관련 쿼리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트리거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SHOW TRIGGERS;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트리거 삭제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DROP TRIGGER IF EXISTS 트리거명;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트리거 정의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DELIMITER //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 TRIGGER 트리거명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TRIGGER_TIME TRIGGER_EVENT ON 테이블명 FOR EACH ROW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BEGIN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트리거 실행문;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END //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DELIMITER 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트리거 정의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TRIGGER_TIME : 트리거가 동작되는 시점. BEFORE | AFTER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TRIGGER_EVENT : 트리거가 실행되는 이벤트. INSERT | UPDATE | DELETE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OLD : 예전 데이터. DELETE, UPDATE할 때 사용 가능. OLD.속성명으로 접근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NEW : 새 데이터. INSERT, UPDATE 할 때 사용 가능. NEW.속성명으로 접근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트리거 VS 프로시저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트리거와 프로시저</a:t>
            </a:r>
            <a:endParaRPr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트리거 이벤트(INSERT | UPDATE | DELETE)가 실행된 테이블과 트리거를 통해 수정하려는 테이블이 같으면 하면 에러 발생 &gt; 이러한 경우에는 프로시저로 처리해야함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70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-"/>
            </a:pPr>
            <a:r>
              <a:rPr lang="ko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예를 들어 A 테이블에 INSERT 트리거를 생성하는 과정에서 트리거 처리에서 A테이블을 UPDATE를 하게 되는 경우 에러가 발생한다. 이러한 경우에는 프로시저로 처리해야한다.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트리거와 프로시저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트리거는 매 이벤트(INSERT | UPDATE | DELETE)마다 동일하게 처리하여 적용하는 경우 사용하고 프로시저는 그렇지 않은 경우 사용한다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70000"/>
              </a:lnSpc>
              <a:spcBef>
                <a:spcPts val="20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-"/>
            </a:pPr>
            <a:r>
              <a:rPr lang="ko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예를 들어 통신사가 회원 등급을 결정할 때 전년도 사용 비용을 기준으로 처리하기 때문에 회원 등급을 결정하는 처리를 트리거가 아닌 프로시저로 해야한다.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